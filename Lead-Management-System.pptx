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Corben"/>
      <p:regular r:id="rId201314"/>
    </p:embeddedFont>
    <p:embeddedFont>
      <p:font typeface="Corben Bold"/>
      <p:regular r:id="rId201315"/>
    </p:embeddedFont>
    <p:embeddedFont>
      <p:font typeface="Nobile"/>
      <p:regular r:id="rId201316"/>
    </p:embeddedFont>
    <p:embeddedFont>
      <p:font typeface="Nobil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17576"/>
            <a:ext cx="483981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Lead Management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73164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System Architecture &amp; Design Overview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959447"/>
            <a:ext cx="675233" cy="266402"/>
          </a:xfrm>
          <a:prstGeom prst="roundRect">
            <a:avLst>
              <a:gd name="adj" fmla="val 17880"/>
            </a:avLst>
          </a:prstGeom>
          <a:solidFill>
            <a:srgbClr val="D2D9F9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001938"/>
            <a:ext cx="96232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REACT.JS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242194" y="2959447"/>
            <a:ext cx="1242566" cy="266402"/>
          </a:xfrm>
          <a:prstGeom prst="roundRect">
            <a:avLst>
              <a:gd name="adj" fmla="val 17880"/>
            </a:avLst>
          </a:prstGeom>
          <a:solidFill>
            <a:srgbClr val="D2D9F9"/>
          </a:solidFill>
          <a:ln/>
        </p:spPr>
      </p:sp>
      <p:sp>
        <p:nvSpPr>
          <p:cNvPr id="8" name="Text 5"/>
          <p:cNvSpPr/>
          <p:nvPr/>
        </p:nvSpPr>
        <p:spPr>
          <a:xfrm>
            <a:off x="1327249" y="3001938"/>
            <a:ext cx="152965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NODE.JS + EXPRESS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555602" y="2959447"/>
            <a:ext cx="910158" cy="266402"/>
          </a:xfrm>
          <a:prstGeom prst="roundRect">
            <a:avLst>
              <a:gd name="adj" fmla="val 17880"/>
            </a:avLst>
          </a:prstGeom>
          <a:solidFill>
            <a:srgbClr val="D2D9F9"/>
          </a:solidFill>
          <a:ln/>
        </p:spPr>
      </p:sp>
      <p:sp>
        <p:nvSpPr>
          <p:cNvPr id="10" name="Text 7"/>
          <p:cNvSpPr/>
          <p:nvPr/>
        </p:nvSpPr>
        <p:spPr>
          <a:xfrm>
            <a:off x="2640657" y="3001938"/>
            <a:ext cx="119724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POSTGRESQL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2026-06-12T17:55:57Z</dcterms:created>
  <dcterms:modified xsi:type="dcterms:W3CDTF">2026-06-12T17:55:57Z</dcterms:modified>
</cp:coreProperties>
</file>